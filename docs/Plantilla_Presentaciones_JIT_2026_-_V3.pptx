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 (elegir una y eliminar las otras)" id="{D1752FA1-86FB-9D3A-63FB-5E1513FDD0F7}">
          <p14:sldIdLst>
            <p14:sldId id="256"/>
            <p14:sldId id="257"/>
            <p14:sldId id="258"/>
            <p14:sldId id="259"/>
          </p14:sldIdLst>
        </p14:section>
        <p14:section name="Guía: contenido sugerido (eliminar)" id="{8BAE497F-CED0-EA1D-EA52-9A82C3201A4B}">
          <p14:sldIdLst>
            <p14:sldId id="260"/>
          </p14:sldIdLst>
        </p14:section>
        <p14:section name="Tu presentación" id="{08C88337-6989-922B-8C72-7D98E272827B}">
          <p14:sldIdLst>
            <p14:sldId id="261"/>
            <p14:sldId id="262"/>
            <p14:sldId id="263"/>
            <p14:sldId id="264"/>
            <p14:sldId id="265"/>
          </p14:sldIdLst>
        </p14:section>
        <p14:section name="Guía: formato y recomendaciones (eliminar)" id="{9AA5CCB5-15D9-8075-E944-5B908DDE1FB2}">
          <p14:sldIdLst>
            <p14:sldId id="266"/>
            <p14:sldId id="267"/>
            <p14:sldId id="268"/>
          </p14:sldIdLst>
        </p14:section>
        <p14:section name="Cierre" id="{3BC2AAA1-205B-4576-C80B-51846A29C11E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129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Elegí la portada que corresponde a la categoría de tu trabajo y eliminá las otras 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AR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Elegí la portada que corresponde a la categoría de tu trabajo y eliminá las otras 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AR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Elegí la portada que corresponde a la categoría de tu trabajo y eliminá las otras 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AR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Elegí la portada que corresponde a la categoría de tu trabajo y eliminá las otras 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AR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AR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AR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AR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AR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AR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AR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AR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AR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AR"/>
              <a:t>13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Diapositiva libre: duplicala si necesitás más (máximo 10 en total).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AR"/>
              <a:t>14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AR"/>
              <a:t>15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343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200" b="1" kern="0" spc="150" dirty="0">
                <a:solidFill>
                  <a:schemeClr val="accent4"/>
                </a:solidFill>
              </a:rPr>
              <a:t>PROYECTO</a:t>
            </a:r>
            <a:endParaRPr lang="es-AR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94360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200" b="1" kern="0" spc="150" dirty="0">
                <a:solidFill>
                  <a:schemeClr val="accent4"/>
                </a:solidFill>
              </a:rPr>
              <a:t>DIRECTOR/A DEL PROYECTO</a:t>
            </a:r>
            <a:endParaRPr lang="es-AR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052560" y="434340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200" b="1" kern="0" spc="150" dirty="0">
                <a:solidFill>
                  <a:schemeClr val="accent4"/>
                </a:solidFill>
              </a:rPr>
              <a:t>AUTOR/ES</a:t>
            </a:r>
            <a:endParaRPr lang="es-AR" sz="1200" dirty="0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0F860820-528B-792B-A2C3-84D3D2BA4866}"/>
              </a:ext>
            </a:extLst>
          </p:cNvPr>
          <p:cNvGrpSpPr/>
          <p:nvPr userDrawn="1"/>
        </p:nvGrpSpPr>
        <p:grpSpPr>
          <a:xfrm>
            <a:off x="457200" y="6336791"/>
            <a:ext cx="9518904" cy="45719"/>
            <a:chOff x="457200" y="6336792"/>
            <a:chExt cx="8723376" cy="41148"/>
          </a:xfrm>
        </p:grpSpPr>
        <p:sp>
          <p:nvSpPr>
            <p:cNvPr id="6" name="Shape 3"/>
            <p:cNvSpPr/>
            <p:nvPr/>
          </p:nvSpPr>
          <p:spPr>
            <a:xfrm>
              <a:off x="457200" y="6336792"/>
              <a:ext cx="7040880" cy="41148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Shape 4"/>
            <p:cNvSpPr/>
            <p:nvPr/>
          </p:nvSpPr>
          <p:spPr>
            <a:xfrm>
              <a:off x="7562088" y="6336792"/>
              <a:ext cx="365760" cy="41148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/>
            <a:lstStyle/>
            <a:p>
              <a:endParaRPr lang="es-AR"/>
            </a:p>
          </p:txBody>
        </p:sp>
        <p:sp>
          <p:nvSpPr>
            <p:cNvPr id="8" name="Shape 5"/>
            <p:cNvSpPr/>
            <p:nvPr/>
          </p:nvSpPr>
          <p:spPr>
            <a:xfrm>
              <a:off x="7991856" y="6336792"/>
              <a:ext cx="1188720" cy="41148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0" name="Text 6"/>
          <p:cNvSpPr>
            <a:spLocks noGrp="1"/>
          </p:cNvSpPr>
          <p:nvPr>
            <p:ph type="body" idx="108" hasCustomPrompt="1"/>
          </p:nvPr>
        </p:nvSpPr>
        <p:spPr>
          <a:xfrm>
            <a:off x="457200" y="2011680"/>
            <a:ext cx="1127729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s-AR" sz="1800" b="1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r>
              <a:rPr lang="es-AR" sz="1800" b="1" dirty="0">
                <a:solidFill>
                  <a:schemeClr val="accent6"/>
                </a:solidFill>
              </a:rPr>
              <a:t>Categoría del trabajo</a:t>
            </a:r>
            <a:endParaRPr lang="es-AR" sz="1800" dirty="0"/>
          </a:p>
        </p:txBody>
      </p:sp>
      <p:sp>
        <p:nvSpPr>
          <p:cNvPr id="11" name="Text 6"/>
          <p:cNvSpPr>
            <a:spLocks noGrp="1"/>
          </p:cNvSpPr>
          <p:nvPr>
            <p:ph type="title" idx="109" hasCustomPrompt="1"/>
          </p:nvPr>
        </p:nvSpPr>
        <p:spPr>
          <a:xfrm>
            <a:off x="457200" y="2468880"/>
            <a:ext cx="11277295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s-AR" sz="4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s-AR" sz="4000" b="1" dirty="0">
                <a:solidFill>
                  <a:schemeClr val="tx2"/>
                </a:solidFill>
              </a:rPr>
              <a:t>Título del trabajo</a:t>
            </a:r>
            <a:endParaRPr lang="es-AR" sz="4000" dirty="0"/>
          </a:p>
        </p:txBody>
      </p:sp>
      <p:sp>
        <p:nvSpPr>
          <p:cNvPr id="12" name="Text 6"/>
          <p:cNvSpPr>
            <a:spLocks noGrp="1"/>
          </p:cNvSpPr>
          <p:nvPr>
            <p:ph type="body" idx="110" hasCustomPrompt="1"/>
          </p:nvPr>
        </p:nvSpPr>
        <p:spPr>
          <a:xfrm>
            <a:off x="457200" y="4645152"/>
            <a:ext cx="51206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s-AR" sz="1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s-AR" sz="1800" dirty="0">
                <a:solidFill>
                  <a:schemeClr val="tx1"/>
                </a:solidFill>
              </a:rPr>
              <a:t>Completar</a:t>
            </a:r>
            <a:endParaRPr lang="es-AR" sz="1800" dirty="0"/>
          </a:p>
        </p:txBody>
      </p:sp>
      <p:sp>
        <p:nvSpPr>
          <p:cNvPr id="13" name="Text 6"/>
          <p:cNvSpPr>
            <a:spLocks noGrp="1"/>
          </p:cNvSpPr>
          <p:nvPr>
            <p:ph type="body" idx="111" hasCustomPrompt="1"/>
          </p:nvPr>
        </p:nvSpPr>
        <p:spPr>
          <a:xfrm>
            <a:off x="5943600" y="4645152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s-AR" sz="1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s-AR" sz="1800" dirty="0">
                <a:solidFill>
                  <a:schemeClr val="tx1"/>
                </a:solidFill>
              </a:rPr>
              <a:t>Completar</a:t>
            </a:r>
            <a:endParaRPr lang="es-AR" sz="1800" dirty="0"/>
          </a:p>
        </p:txBody>
      </p:sp>
      <p:sp>
        <p:nvSpPr>
          <p:cNvPr id="14" name="Text 6"/>
          <p:cNvSpPr>
            <a:spLocks noGrp="1"/>
          </p:cNvSpPr>
          <p:nvPr>
            <p:ph type="body" idx="112" hasCustomPrompt="1"/>
          </p:nvPr>
        </p:nvSpPr>
        <p:spPr>
          <a:xfrm>
            <a:off x="9052560" y="4645152"/>
            <a:ext cx="267919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s-AR" sz="1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s-AR" sz="1800" dirty="0">
                <a:solidFill>
                  <a:schemeClr val="tx1"/>
                </a:solidFill>
              </a:rPr>
              <a:t>Completar</a:t>
            </a:r>
            <a:endParaRPr lang="es-AR" sz="1800" dirty="0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531B48BD-5B3A-B58E-559B-786BF03E6468}"/>
              </a:ext>
            </a:extLst>
          </p:cNvPr>
          <p:cNvGrpSpPr/>
          <p:nvPr userDrawn="1"/>
        </p:nvGrpSpPr>
        <p:grpSpPr>
          <a:xfrm>
            <a:off x="457200" y="411480"/>
            <a:ext cx="3463291" cy="1097280"/>
            <a:chOff x="457200" y="411480"/>
            <a:chExt cx="3463291" cy="1097280"/>
          </a:xfrm>
        </p:grpSpPr>
        <p:pic>
          <p:nvPicPr>
            <p:cNvPr id="2" name="Image 0" descr="/home/claude/jit/logos/logo_jit_claro.png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57200" y="411480"/>
              <a:ext cx="3463291" cy="1097280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5296A127-47B6-E9B0-F33D-D2AC3C6F33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57200" y="411480"/>
              <a:ext cx="1119673" cy="1097280"/>
            </a:xfrm>
            <a:prstGeom prst="rect">
              <a:avLst/>
            </a:prstGeom>
          </p:spPr>
        </p:pic>
      </p:grpSp>
      <p:pic>
        <p:nvPicPr>
          <p:cNvPr id="27" name="Image 1" descr="/home/claude/jit/logos/utn_sf.png">
            <a:extLst>
              <a:ext uri="{FF2B5EF4-FFF2-40B4-BE49-F238E27FC236}">
                <a16:creationId xmlns:a16="http://schemas.microsoft.com/office/drawing/2014/main" id="{EB1C1668-03B8-7071-B413-6CED098578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90232" y="6215137"/>
            <a:ext cx="1536947" cy="3043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/>
          <p:cNvSpPr>
            <a:spLocks noGrp="1"/>
          </p:cNvSpPr>
          <p:nvPr>
            <p:ph type="title" idx="105" hasCustomPrompt="1"/>
          </p:nvPr>
        </p:nvSpPr>
        <p:spPr>
          <a:xfrm>
            <a:off x="457200" y="457200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s-AR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s-AR" sz="3200" b="1" dirty="0">
                <a:solidFill>
                  <a:schemeClr val="tx2"/>
                </a:solidFill>
              </a:rPr>
              <a:t>Título de la diapositiva</a:t>
            </a:r>
            <a:endParaRPr lang="es-AR" sz="3200" dirty="0"/>
          </a:p>
        </p:txBody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1600200"/>
            <a:ext cx="11277295" cy="4343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s-AR" sz="20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s-AR" sz="2000" dirty="0">
                <a:solidFill>
                  <a:schemeClr val="tx1"/>
                </a:solidFill>
              </a:rPr>
              <a:t>Hacé clic para agregar texto, imágenes o gráficos</a:t>
            </a:r>
            <a:endParaRPr lang="es-A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s-AR" b="0"/>
              <a:t>‹#›</a:t>
            </a:fld>
            <a:endParaRPr lang="es-AR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4BCAF08-AE25-BEB8-2A95-928F63B8395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722815" y="411480"/>
            <a:ext cx="2011680" cy="637364"/>
            <a:chOff x="457200" y="411480"/>
            <a:chExt cx="3463291" cy="1097280"/>
          </a:xfrm>
        </p:grpSpPr>
        <p:pic>
          <p:nvPicPr>
            <p:cNvPr id="16" name="Image 0" descr="/home/claude/jit/logos/logo_jit_claro.png">
              <a:extLst>
                <a:ext uri="{FF2B5EF4-FFF2-40B4-BE49-F238E27FC236}">
                  <a16:creationId xmlns:a16="http://schemas.microsoft.com/office/drawing/2014/main" id="{A04508AB-FD54-3E5E-3AE2-14A4A7801F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57200" y="411480"/>
              <a:ext cx="3463291" cy="109728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9B3A8C91-6E77-AE21-45B0-4D422B2EF3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57200" y="411480"/>
              <a:ext cx="1119673" cy="1097280"/>
            </a:xfrm>
            <a:prstGeom prst="rect">
              <a:avLst/>
            </a:prstGeom>
          </p:spPr>
        </p:pic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F3D10717-8325-175F-0E27-EC1CF24C9899}"/>
              </a:ext>
            </a:extLst>
          </p:cNvPr>
          <p:cNvGrpSpPr/>
          <p:nvPr userDrawn="1"/>
        </p:nvGrpSpPr>
        <p:grpSpPr>
          <a:xfrm>
            <a:off x="457200" y="6336791"/>
            <a:ext cx="9518904" cy="45719"/>
            <a:chOff x="457200" y="6336792"/>
            <a:chExt cx="8723376" cy="41148"/>
          </a:xfrm>
        </p:grpSpPr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1FB55A50-30B5-9D3C-D6EA-2AE44426239A}"/>
                </a:ext>
              </a:extLst>
            </p:cNvPr>
            <p:cNvSpPr/>
            <p:nvPr/>
          </p:nvSpPr>
          <p:spPr>
            <a:xfrm>
              <a:off x="457200" y="6336792"/>
              <a:ext cx="7040880" cy="41148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s-AR"/>
            </a:p>
          </p:txBody>
        </p:sp>
        <p:sp>
          <p:nvSpPr>
            <p:cNvPr id="29" name="Shape 4">
              <a:extLst>
                <a:ext uri="{FF2B5EF4-FFF2-40B4-BE49-F238E27FC236}">
                  <a16:creationId xmlns:a16="http://schemas.microsoft.com/office/drawing/2014/main" id="{27E9B9E3-B8B8-FAE9-4BF5-9B1F7CF30812}"/>
                </a:ext>
              </a:extLst>
            </p:cNvPr>
            <p:cNvSpPr/>
            <p:nvPr/>
          </p:nvSpPr>
          <p:spPr>
            <a:xfrm>
              <a:off x="7562088" y="6336792"/>
              <a:ext cx="365760" cy="41148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/>
            <a:lstStyle/>
            <a:p>
              <a:endParaRPr lang="es-AR"/>
            </a:p>
          </p:txBody>
        </p:sp>
        <p:sp>
          <p:nvSpPr>
            <p:cNvPr id="30" name="Shape 5">
              <a:extLst>
                <a:ext uri="{FF2B5EF4-FFF2-40B4-BE49-F238E27FC236}">
                  <a16:creationId xmlns:a16="http://schemas.microsoft.com/office/drawing/2014/main" id="{64C5644B-EF4E-AB9F-2584-A0525F853112}"/>
                </a:ext>
              </a:extLst>
            </p:cNvPr>
            <p:cNvSpPr/>
            <p:nvPr/>
          </p:nvSpPr>
          <p:spPr>
            <a:xfrm>
              <a:off x="7991856" y="6336792"/>
              <a:ext cx="1188720" cy="41148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/>
            <a:lstStyle/>
            <a:p>
              <a:endParaRPr lang="es-AR"/>
            </a:p>
          </p:txBody>
        </p:sp>
      </p:grpSp>
      <p:pic>
        <p:nvPicPr>
          <p:cNvPr id="31" name="Image 1" descr="/home/claude/jit/logos/utn_sf.png">
            <a:extLst>
              <a:ext uri="{FF2B5EF4-FFF2-40B4-BE49-F238E27FC236}">
                <a16:creationId xmlns:a16="http://schemas.microsoft.com/office/drawing/2014/main" id="{2B25688C-C79A-44B8-979C-6A76D0DDAA0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90232" y="6215137"/>
            <a:ext cx="1536947" cy="3043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/>
          <p:cNvSpPr txBox="1"/>
          <p:nvPr/>
        </p:nvSpPr>
        <p:spPr>
          <a:xfrm>
            <a:off x="457200" y="25603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kern="0" spc="150" dirty="0">
                <a:solidFill>
                  <a:schemeClr val="accent4"/>
                </a:solidFill>
              </a:rPr>
              <a:t>GUÍA PARA AUTORES  |  ELIMINAR ESTA DIAPOSITIVA ANTES DE PRESENTAR</a:t>
            </a:r>
            <a:endParaRPr lang="es-AR" sz="1100" dirty="0"/>
          </a:p>
        </p:txBody>
      </p:sp>
      <p:sp>
        <p:nvSpPr>
          <p:cNvPr id="8" name="Text 4"/>
          <p:cNvSpPr>
            <a:spLocks noGrp="1"/>
          </p:cNvSpPr>
          <p:nvPr>
            <p:ph type="title" idx="106" hasCustomPrompt="1"/>
          </p:nvPr>
        </p:nvSpPr>
        <p:spPr>
          <a:xfrm>
            <a:off x="457200" y="530352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s-AR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s-AR" sz="3200" b="1" dirty="0">
                <a:solidFill>
                  <a:schemeClr val="tx2"/>
                </a:solidFill>
              </a:rPr>
              <a:t>Título</a:t>
            </a:r>
            <a:endParaRPr lang="es-A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s-AR" b="0"/>
              <a:t>‹#›</a:t>
            </a:fld>
            <a:endParaRPr lang="es-AR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2581363-DC3E-E468-DA28-24469792FAE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722815" y="411480"/>
            <a:ext cx="2011680" cy="637364"/>
            <a:chOff x="457200" y="411480"/>
            <a:chExt cx="3463291" cy="1097280"/>
          </a:xfrm>
        </p:grpSpPr>
        <p:pic>
          <p:nvPicPr>
            <p:cNvPr id="10" name="Image 0" descr="/home/claude/jit/logos/logo_jit_claro.png">
              <a:extLst>
                <a:ext uri="{FF2B5EF4-FFF2-40B4-BE49-F238E27FC236}">
                  <a16:creationId xmlns:a16="http://schemas.microsoft.com/office/drawing/2014/main" id="{31B1BBEB-7907-E199-DEF5-1C22717E5A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57200" y="411480"/>
              <a:ext cx="3463291" cy="1097280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97BF7022-794F-E2C7-16A5-F94B4457BF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57200" y="411480"/>
              <a:ext cx="1119673" cy="1097280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028C13AF-ACFD-8A1E-29B6-64BED7A7B37B}"/>
              </a:ext>
            </a:extLst>
          </p:cNvPr>
          <p:cNvGrpSpPr/>
          <p:nvPr userDrawn="1"/>
        </p:nvGrpSpPr>
        <p:grpSpPr>
          <a:xfrm>
            <a:off x="457200" y="6336791"/>
            <a:ext cx="9518904" cy="45719"/>
            <a:chOff x="457200" y="6336792"/>
            <a:chExt cx="8723376" cy="41148"/>
          </a:xfrm>
        </p:grpSpPr>
        <p:sp>
          <p:nvSpPr>
            <p:cNvPr id="17" name="Shape 3">
              <a:extLst>
                <a:ext uri="{FF2B5EF4-FFF2-40B4-BE49-F238E27FC236}">
                  <a16:creationId xmlns:a16="http://schemas.microsoft.com/office/drawing/2014/main" id="{0FA52A97-D4FD-E25F-2202-7EE37737D22D}"/>
                </a:ext>
              </a:extLst>
            </p:cNvPr>
            <p:cNvSpPr/>
            <p:nvPr/>
          </p:nvSpPr>
          <p:spPr>
            <a:xfrm>
              <a:off x="457200" y="6336792"/>
              <a:ext cx="7040880" cy="41148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Shape 4">
              <a:extLst>
                <a:ext uri="{FF2B5EF4-FFF2-40B4-BE49-F238E27FC236}">
                  <a16:creationId xmlns:a16="http://schemas.microsoft.com/office/drawing/2014/main" id="{615B46AE-2FD3-D606-4812-F7C18FB107CF}"/>
                </a:ext>
              </a:extLst>
            </p:cNvPr>
            <p:cNvSpPr/>
            <p:nvPr/>
          </p:nvSpPr>
          <p:spPr>
            <a:xfrm>
              <a:off x="7562088" y="6336792"/>
              <a:ext cx="365760" cy="41148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Shape 5">
              <a:extLst>
                <a:ext uri="{FF2B5EF4-FFF2-40B4-BE49-F238E27FC236}">
                  <a16:creationId xmlns:a16="http://schemas.microsoft.com/office/drawing/2014/main" id="{77105EFA-3B7B-98D0-D9F5-48DB7A68CA35}"/>
                </a:ext>
              </a:extLst>
            </p:cNvPr>
            <p:cNvSpPr/>
            <p:nvPr/>
          </p:nvSpPr>
          <p:spPr>
            <a:xfrm>
              <a:off x="7991856" y="6336792"/>
              <a:ext cx="1188720" cy="41148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/>
            <a:lstStyle/>
            <a:p>
              <a:endParaRPr lang="es-AR"/>
            </a:p>
          </p:txBody>
        </p:sp>
      </p:grpSp>
      <p:pic>
        <p:nvPicPr>
          <p:cNvPr id="20" name="Image 1" descr="/home/claude/jit/logos/utn_sf.png">
            <a:extLst>
              <a:ext uri="{FF2B5EF4-FFF2-40B4-BE49-F238E27FC236}">
                <a16:creationId xmlns:a16="http://schemas.microsoft.com/office/drawing/2014/main" id="{E054BB12-1B59-2BDF-751D-BE48242F22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90232" y="6215137"/>
            <a:ext cx="1536947" cy="3043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/>
          <p:cNvSpPr>
            <a:spLocks noGrp="1"/>
          </p:cNvSpPr>
          <p:nvPr>
            <p:ph type="title" idx="105" hasCustomPrompt="1"/>
          </p:nvPr>
        </p:nvSpPr>
        <p:spPr>
          <a:xfrm>
            <a:off x="457200" y="3200400"/>
            <a:ext cx="1127729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s-AR" sz="4800" b="1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s-AR" sz="4800" b="1" dirty="0">
                <a:solidFill>
                  <a:schemeClr val="tx2"/>
                </a:solidFill>
              </a:rPr>
              <a:t>Muchas gracias</a:t>
            </a:r>
            <a:endParaRPr lang="es-AR" sz="4800" dirty="0"/>
          </a:p>
        </p:txBody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4297680"/>
            <a:ext cx="112772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s-AR" sz="1800" dirty="0">
                <a:solidFill>
                  <a:schemeClr val="accent6"/>
                </a:solidFill>
              </a:defRPr>
            </a:lvl1pPr>
          </a:lstStyle>
          <a:p>
            <a:pPr marL="0" indent="0" algn="ctr">
              <a:buNone/>
            </a:pPr>
            <a:r>
              <a:rPr lang="es-AR" sz="1800" dirty="0">
                <a:solidFill>
                  <a:schemeClr val="accent6"/>
                </a:solidFill>
              </a:rPr>
              <a:t>Datos de contacto</a:t>
            </a:r>
            <a:endParaRPr lang="es-AR" sz="1800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04C6BD8-229C-6066-CA2F-C947B51E021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92728" y="1323526"/>
            <a:ext cx="4206241" cy="1332670"/>
            <a:chOff x="457200" y="411480"/>
            <a:chExt cx="3463291" cy="1097280"/>
          </a:xfrm>
        </p:grpSpPr>
        <p:pic>
          <p:nvPicPr>
            <p:cNvPr id="13" name="Image 0" descr="/home/claude/jit/logos/logo_jit_claro.png">
              <a:extLst>
                <a:ext uri="{FF2B5EF4-FFF2-40B4-BE49-F238E27FC236}">
                  <a16:creationId xmlns:a16="http://schemas.microsoft.com/office/drawing/2014/main" id="{74725791-7B6B-70F1-C1DC-12DFDE65AD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57200" y="411480"/>
              <a:ext cx="3463291" cy="1097280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9DBE2EDB-6630-BFE7-84AC-6AD25F2042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57200" y="411480"/>
              <a:ext cx="1119673" cy="1097280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E5D06DCE-BB93-ECB7-0EBF-BE0C0F5D6D8E}"/>
              </a:ext>
            </a:extLst>
          </p:cNvPr>
          <p:cNvGrpSpPr/>
          <p:nvPr userDrawn="1"/>
        </p:nvGrpSpPr>
        <p:grpSpPr>
          <a:xfrm>
            <a:off x="457200" y="6336791"/>
            <a:ext cx="9518904" cy="45719"/>
            <a:chOff x="457200" y="6336792"/>
            <a:chExt cx="8723376" cy="41148"/>
          </a:xfrm>
        </p:grpSpPr>
        <p:sp>
          <p:nvSpPr>
            <p:cNvPr id="16" name="Shape 3">
              <a:extLst>
                <a:ext uri="{FF2B5EF4-FFF2-40B4-BE49-F238E27FC236}">
                  <a16:creationId xmlns:a16="http://schemas.microsoft.com/office/drawing/2014/main" id="{410BD9CF-095E-4FBF-07E7-3D075778C7FB}"/>
                </a:ext>
              </a:extLst>
            </p:cNvPr>
            <p:cNvSpPr/>
            <p:nvPr/>
          </p:nvSpPr>
          <p:spPr>
            <a:xfrm>
              <a:off x="457200" y="6336792"/>
              <a:ext cx="7040880" cy="41148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E26115B4-6361-38D0-A2E6-08D159FE5BE8}"/>
                </a:ext>
              </a:extLst>
            </p:cNvPr>
            <p:cNvSpPr/>
            <p:nvPr/>
          </p:nvSpPr>
          <p:spPr>
            <a:xfrm>
              <a:off x="7562088" y="6336792"/>
              <a:ext cx="365760" cy="41148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59A291B1-17BB-78C8-6AB7-DDD9F2D2C1FC}"/>
                </a:ext>
              </a:extLst>
            </p:cNvPr>
            <p:cNvSpPr/>
            <p:nvPr/>
          </p:nvSpPr>
          <p:spPr>
            <a:xfrm>
              <a:off x="7991856" y="6336792"/>
              <a:ext cx="1188720" cy="41148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/>
            <a:lstStyle/>
            <a:p>
              <a:endParaRPr lang="es-AR"/>
            </a:p>
          </p:txBody>
        </p:sp>
      </p:grpSp>
      <p:pic>
        <p:nvPicPr>
          <p:cNvPr id="19" name="Image 1" descr="/home/claude/jit/logos/utn_sf.png">
            <a:extLst>
              <a:ext uri="{FF2B5EF4-FFF2-40B4-BE49-F238E27FC236}">
                <a16:creationId xmlns:a16="http://schemas.microsoft.com/office/drawing/2014/main" id="{693589DA-9E77-9E5C-512C-2FAFFC585C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90232" y="6215137"/>
            <a:ext cx="1536947" cy="30434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s-AR" b="0"/>
              <a:t>‹#›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body" idx="108" hasCustomPrompt="1"/>
          </p:nvPr>
        </p:nvSpPr>
        <p:spPr>
          <a:xfrm>
            <a:off x="457200" y="201168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800" b="1" dirty="0">
                <a:solidFill>
                  <a:schemeClr val="accent6"/>
                </a:solidFill>
              </a:rPr>
              <a:t>Trabajos en Desarrollo – Estudiantes de grado</a:t>
            </a:r>
            <a:endParaRPr lang="es-AR" sz="1800" dirty="0"/>
          </a:p>
        </p:txBody>
      </p:sp>
      <p:sp>
        <p:nvSpPr>
          <p:cNvPr id="3" name="Text 6"/>
          <p:cNvSpPr>
            <a:spLocks noGrp="1"/>
          </p:cNvSpPr>
          <p:nvPr>
            <p:ph type="title" idx="109" hasCustomPrompt="1"/>
          </p:nvPr>
        </p:nvSpPr>
        <p:spPr>
          <a:xfrm>
            <a:off x="457200" y="2468880"/>
            <a:ext cx="1127729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AR" sz="4000" b="1" dirty="0">
                <a:solidFill>
                  <a:schemeClr val="tx2"/>
                </a:solidFill>
              </a:rPr>
              <a:t>Título del trabajo de ejemplo</a:t>
            </a:r>
            <a:endParaRPr lang="es-AR" sz="4000" dirty="0"/>
          </a:p>
        </p:txBody>
      </p:sp>
      <p:sp>
        <p:nvSpPr>
          <p:cNvPr id="4" name="Text 6"/>
          <p:cNvSpPr>
            <a:spLocks noGrp="1"/>
          </p:cNvSpPr>
          <p:nvPr>
            <p:ph type="body" idx="110" hasCustomPrompt="1"/>
          </p:nvPr>
        </p:nvSpPr>
        <p:spPr>
          <a:xfrm>
            <a:off x="457200" y="4645152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800" b="1" dirty="0">
                <a:solidFill>
                  <a:schemeClr val="tx1"/>
                </a:solidFill>
              </a:rPr>
              <a:t>Título del Proyecto</a:t>
            </a:r>
            <a:endParaRPr lang="es-AR" sz="1800" dirty="0"/>
          </a:p>
          <a:p>
            <a:pPr marL="0" indent="0">
              <a:buNone/>
            </a:pPr>
            <a:r>
              <a:rPr lang="es-AR" sz="1800" dirty="0">
                <a:solidFill>
                  <a:schemeClr val="tx1"/>
                </a:solidFill>
              </a:rPr>
              <a:t>(años de inicio - finalización / prórroga)</a:t>
            </a:r>
            <a:endParaRPr lang="es-AR" sz="1800" dirty="0"/>
          </a:p>
        </p:txBody>
      </p:sp>
      <p:sp>
        <p:nvSpPr>
          <p:cNvPr id="5" name="Text 6"/>
          <p:cNvSpPr>
            <a:spLocks noGrp="1"/>
          </p:cNvSpPr>
          <p:nvPr>
            <p:ph type="body" idx="111" hasCustomPrompt="1"/>
          </p:nvPr>
        </p:nvSpPr>
        <p:spPr>
          <a:xfrm>
            <a:off x="5943600" y="4645152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800" dirty="0">
                <a:solidFill>
                  <a:schemeClr val="tx1"/>
                </a:solidFill>
              </a:rPr>
              <a:t>Apellido, Nombre</a:t>
            </a:r>
            <a:endParaRPr lang="es-AR" sz="1800" dirty="0"/>
          </a:p>
        </p:txBody>
      </p:sp>
      <p:sp>
        <p:nvSpPr>
          <p:cNvPr id="6" name="Text 6"/>
          <p:cNvSpPr>
            <a:spLocks noGrp="1"/>
          </p:cNvSpPr>
          <p:nvPr>
            <p:ph type="body" idx="112" hasCustomPrompt="1"/>
          </p:nvPr>
        </p:nvSpPr>
        <p:spPr>
          <a:xfrm>
            <a:off x="9052560" y="4645152"/>
            <a:ext cx="2679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800" dirty="0">
                <a:solidFill>
                  <a:schemeClr val="tx1"/>
                </a:solidFill>
              </a:rPr>
              <a:t>Apellido, Nombre</a:t>
            </a:r>
            <a:endParaRPr lang="es-AR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body" idx="108" hasCustomPrompt="1"/>
          </p:nvPr>
        </p:nvSpPr>
        <p:spPr>
          <a:xfrm>
            <a:off x="457200" y="201168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800" b="1" dirty="0">
                <a:solidFill>
                  <a:schemeClr val="accent6"/>
                </a:solidFill>
              </a:rPr>
              <a:t>Trabajos en Desarrollo – Estudiantes de posgrado</a:t>
            </a:r>
            <a:endParaRPr lang="es-AR" sz="1800" dirty="0"/>
          </a:p>
        </p:txBody>
      </p:sp>
      <p:sp>
        <p:nvSpPr>
          <p:cNvPr id="3" name="Text 6"/>
          <p:cNvSpPr>
            <a:spLocks noGrp="1"/>
          </p:cNvSpPr>
          <p:nvPr>
            <p:ph type="title" idx="109" hasCustomPrompt="1"/>
          </p:nvPr>
        </p:nvSpPr>
        <p:spPr>
          <a:xfrm>
            <a:off x="457200" y="2468880"/>
            <a:ext cx="1127729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AR" sz="4000" b="1" dirty="0">
                <a:solidFill>
                  <a:schemeClr val="tx2"/>
                </a:solidFill>
              </a:rPr>
              <a:t>Título del trabajo de ejemplo</a:t>
            </a:r>
            <a:endParaRPr lang="es-AR" sz="4000" dirty="0"/>
          </a:p>
        </p:txBody>
      </p:sp>
      <p:sp>
        <p:nvSpPr>
          <p:cNvPr id="4" name="Text 6"/>
          <p:cNvSpPr>
            <a:spLocks noGrp="1"/>
          </p:cNvSpPr>
          <p:nvPr>
            <p:ph type="body" idx="110" hasCustomPrompt="1"/>
          </p:nvPr>
        </p:nvSpPr>
        <p:spPr>
          <a:xfrm>
            <a:off x="457200" y="4645152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800" b="1" dirty="0">
                <a:solidFill>
                  <a:schemeClr val="tx1"/>
                </a:solidFill>
              </a:rPr>
              <a:t>Título del Proyecto</a:t>
            </a:r>
            <a:endParaRPr lang="es-AR" sz="1800" dirty="0"/>
          </a:p>
          <a:p>
            <a:pPr marL="0" indent="0">
              <a:buNone/>
            </a:pPr>
            <a:r>
              <a:rPr lang="es-AR" sz="1800" dirty="0">
                <a:solidFill>
                  <a:schemeClr val="tx1"/>
                </a:solidFill>
              </a:rPr>
              <a:t>(años de inicio - finalización / prórroga)</a:t>
            </a:r>
            <a:endParaRPr lang="es-AR" sz="1800" dirty="0"/>
          </a:p>
        </p:txBody>
      </p:sp>
      <p:sp>
        <p:nvSpPr>
          <p:cNvPr id="5" name="Text 6"/>
          <p:cNvSpPr>
            <a:spLocks noGrp="1"/>
          </p:cNvSpPr>
          <p:nvPr>
            <p:ph type="body" idx="111" hasCustomPrompt="1"/>
          </p:nvPr>
        </p:nvSpPr>
        <p:spPr>
          <a:xfrm>
            <a:off x="5943600" y="4645152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800" dirty="0">
                <a:solidFill>
                  <a:schemeClr val="tx1"/>
                </a:solidFill>
              </a:rPr>
              <a:t>Apellido, Nombre</a:t>
            </a:r>
            <a:endParaRPr lang="es-AR" sz="1800" dirty="0"/>
          </a:p>
        </p:txBody>
      </p:sp>
      <p:sp>
        <p:nvSpPr>
          <p:cNvPr id="6" name="Text 6"/>
          <p:cNvSpPr>
            <a:spLocks noGrp="1"/>
          </p:cNvSpPr>
          <p:nvPr>
            <p:ph type="body" idx="112" hasCustomPrompt="1"/>
          </p:nvPr>
        </p:nvSpPr>
        <p:spPr>
          <a:xfrm>
            <a:off x="9052560" y="4645152"/>
            <a:ext cx="2679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800" dirty="0">
                <a:solidFill>
                  <a:schemeClr val="tx1"/>
                </a:solidFill>
              </a:rPr>
              <a:t>Apellido, Nombre</a:t>
            </a:r>
            <a:endParaRPr lang="es-AR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body" idx="108" hasCustomPrompt="1"/>
          </p:nvPr>
        </p:nvSpPr>
        <p:spPr>
          <a:xfrm>
            <a:off x="457200" y="201168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800" b="1" dirty="0">
                <a:solidFill>
                  <a:schemeClr val="accent6"/>
                </a:solidFill>
              </a:rPr>
              <a:t>Trabajos de Investigación – Estudiantes de grado</a:t>
            </a:r>
            <a:endParaRPr lang="es-AR" sz="1800" dirty="0"/>
          </a:p>
        </p:txBody>
      </p:sp>
      <p:sp>
        <p:nvSpPr>
          <p:cNvPr id="3" name="Text 6"/>
          <p:cNvSpPr>
            <a:spLocks noGrp="1"/>
          </p:cNvSpPr>
          <p:nvPr>
            <p:ph type="title" idx="109" hasCustomPrompt="1"/>
          </p:nvPr>
        </p:nvSpPr>
        <p:spPr>
          <a:xfrm>
            <a:off x="457200" y="2468880"/>
            <a:ext cx="1127729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AR" sz="4000" b="1" dirty="0">
                <a:solidFill>
                  <a:schemeClr val="tx2"/>
                </a:solidFill>
              </a:rPr>
              <a:t>Título del trabajo de ejemplo</a:t>
            </a:r>
            <a:endParaRPr lang="es-AR" sz="4000" dirty="0"/>
          </a:p>
        </p:txBody>
      </p:sp>
      <p:sp>
        <p:nvSpPr>
          <p:cNvPr id="4" name="Text 6"/>
          <p:cNvSpPr>
            <a:spLocks noGrp="1"/>
          </p:cNvSpPr>
          <p:nvPr>
            <p:ph type="body" idx="110" hasCustomPrompt="1"/>
          </p:nvPr>
        </p:nvSpPr>
        <p:spPr>
          <a:xfrm>
            <a:off x="457200" y="4645152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800" b="1" dirty="0">
                <a:solidFill>
                  <a:schemeClr val="tx1"/>
                </a:solidFill>
              </a:rPr>
              <a:t>Título del Proyecto</a:t>
            </a:r>
            <a:endParaRPr lang="es-AR" sz="1800" dirty="0"/>
          </a:p>
          <a:p>
            <a:pPr marL="0" indent="0">
              <a:buNone/>
            </a:pPr>
            <a:r>
              <a:rPr lang="es-AR" sz="1800" dirty="0">
                <a:solidFill>
                  <a:schemeClr val="tx1"/>
                </a:solidFill>
              </a:rPr>
              <a:t>(años de inicio - finalización / prórroga)</a:t>
            </a:r>
            <a:endParaRPr lang="es-AR" sz="1800" dirty="0"/>
          </a:p>
        </p:txBody>
      </p:sp>
      <p:sp>
        <p:nvSpPr>
          <p:cNvPr id="5" name="Text 6"/>
          <p:cNvSpPr>
            <a:spLocks noGrp="1"/>
          </p:cNvSpPr>
          <p:nvPr>
            <p:ph type="body" idx="111" hasCustomPrompt="1"/>
          </p:nvPr>
        </p:nvSpPr>
        <p:spPr>
          <a:xfrm>
            <a:off x="5943600" y="4645152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800" dirty="0">
                <a:solidFill>
                  <a:schemeClr val="tx1"/>
                </a:solidFill>
              </a:rPr>
              <a:t>Apellido, Nombre</a:t>
            </a:r>
            <a:endParaRPr lang="es-AR" sz="1800" dirty="0"/>
          </a:p>
        </p:txBody>
      </p:sp>
      <p:sp>
        <p:nvSpPr>
          <p:cNvPr id="6" name="Text 6"/>
          <p:cNvSpPr>
            <a:spLocks noGrp="1"/>
          </p:cNvSpPr>
          <p:nvPr>
            <p:ph type="body" idx="112" hasCustomPrompt="1"/>
          </p:nvPr>
        </p:nvSpPr>
        <p:spPr>
          <a:xfrm>
            <a:off x="9052560" y="4645152"/>
            <a:ext cx="2679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800" dirty="0">
                <a:solidFill>
                  <a:schemeClr val="tx1"/>
                </a:solidFill>
              </a:rPr>
              <a:t>Apellido, Nombre</a:t>
            </a:r>
            <a:endParaRPr lang="es-AR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body" idx="108" hasCustomPrompt="1"/>
          </p:nvPr>
        </p:nvSpPr>
        <p:spPr>
          <a:xfrm>
            <a:off x="457200" y="201168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800" b="1" dirty="0">
                <a:solidFill>
                  <a:schemeClr val="accent6"/>
                </a:solidFill>
              </a:rPr>
              <a:t>Trabajos de Investigación – Estudiantes de posgrado</a:t>
            </a:r>
            <a:endParaRPr lang="es-AR" sz="1800" dirty="0"/>
          </a:p>
        </p:txBody>
      </p:sp>
      <p:sp>
        <p:nvSpPr>
          <p:cNvPr id="3" name="Text 6"/>
          <p:cNvSpPr>
            <a:spLocks noGrp="1"/>
          </p:cNvSpPr>
          <p:nvPr>
            <p:ph type="title" idx="109" hasCustomPrompt="1"/>
          </p:nvPr>
        </p:nvSpPr>
        <p:spPr>
          <a:xfrm>
            <a:off x="457200" y="2468880"/>
            <a:ext cx="1127729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AR" sz="4000" b="1" dirty="0">
                <a:solidFill>
                  <a:schemeClr val="tx2"/>
                </a:solidFill>
              </a:rPr>
              <a:t>Título del trabajo de ejemplo</a:t>
            </a:r>
            <a:endParaRPr lang="es-AR" sz="4000" dirty="0"/>
          </a:p>
        </p:txBody>
      </p:sp>
      <p:sp>
        <p:nvSpPr>
          <p:cNvPr id="4" name="Text 6"/>
          <p:cNvSpPr>
            <a:spLocks noGrp="1"/>
          </p:cNvSpPr>
          <p:nvPr>
            <p:ph type="body" idx="110" hasCustomPrompt="1"/>
          </p:nvPr>
        </p:nvSpPr>
        <p:spPr>
          <a:xfrm>
            <a:off x="457200" y="4645152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800" b="1" dirty="0">
                <a:solidFill>
                  <a:schemeClr val="tx1"/>
                </a:solidFill>
              </a:rPr>
              <a:t>Título del Proyecto</a:t>
            </a:r>
            <a:endParaRPr lang="es-AR" sz="1800" dirty="0"/>
          </a:p>
          <a:p>
            <a:pPr marL="0" indent="0">
              <a:buNone/>
            </a:pPr>
            <a:r>
              <a:rPr lang="es-AR" sz="1800" dirty="0">
                <a:solidFill>
                  <a:schemeClr val="tx1"/>
                </a:solidFill>
              </a:rPr>
              <a:t>(años de inicio - finalización / prórroga)</a:t>
            </a:r>
            <a:endParaRPr lang="es-AR" sz="1800" dirty="0"/>
          </a:p>
        </p:txBody>
      </p:sp>
      <p:sp>
        <p:nvSpPr>
          <p:cNvPr id="5" name="Text 6"/>
          <p:cNvSpPr>
            <a:spLocks noGrp="1"/>
          </p:cNvSpPr>
          <p:nvPr>
            <p:ph type="body" idx="111" hasCustomPrompt="1"/>
          </p:nvPr>
        </p:nvSpPr>
        <p:spPr>
          <a:xfrm>
            <a:off x="5943600" y="4645152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800" dirty="0">
                <a:solidFill>
                  <a:schemeClr val="tx1"/>
                </a:solidFill>
              </a:rPr>
              <a:t>Apellido, Nombre</a:t>
            </a:r>
            <a:endParaRPr lang="es-AR" sz="1800" dirty="0"/>
          </a:p>
        </p:txBody>
      </p:sp>
      <p:sp>
        <p:nvSpPr>
          <p:cNvPr id="6" name="Text 6"/>
          <p:cNvSpPr>
            <a:spLocks noGrp="1"/>
          </p:cNvSpPr>
          <p:nvPr>
            <p:ph type="body" idx="112" hasCustomPrompt="1"/>
          </p:nvPr>
        </p:nvSpPr>
        <p:spPr>
          <a:xfrm>
            <a:off x="9052560" y="4645152"/>
            <a:ext cx="2679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800" dirty="0">
                <a:solidFill>
                  <a:schemeClr val="tx1"/>
                </a:solidFill>
              </a:rPr>
              <a:t>Apellido, Nombre</a:t>
            </a:r>
            <a:endParaRPr lang="es-AR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6" hasCustomPrompt="1"/>
          </p:nvPr>
        </p:nvSpPr>
        <p:spPr>
          <a:xfrm>
            <a:off x="457200" y="530352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3200" b="1" dirty="0">
                <a:solidFill>
                  <a:schemeClr val="tx2"/>
                </a:solidFill>
              </a:rPr>
              <a:t>Contenido sugerido</a:t>
            </a:r>
            <a:endParaRPr lang="es-AR" sz="3200" dirty="0"/>
          </a:p>
        </p:txBody>
      </p:sp>
      <p:sp>
        <p:nvSpPr>
          <p:cNvPr id="3" name="Tarjeta 1"/>
          <p:cNvSpPr/>
          <p:nvPr/>
        </p:nvSpPr>
        <p:spPr>
          <a:xfrm>
            <a:off x="457200" y="1691640"/>
            <a:ext cx="2036003" cy="2514600"/>
          </a:xfrm>
          <a:prstGeom prst="roundRect">
            <a:avLst>
              <a:gd name="adj" fmla="val 359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Número 1"/>
          <p:cNvSpPr txBox="1"/>
          <p:nvPr/>
        </p:nvSpPr>
        <p:spPr>
          <a:xfrm>
            <a:off x="685800" y="192024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4000" b="1" dirty="0">
                <a:solidFill>
                  <a:schemeClr val="accent4"/>
                </a:solidFill>
              </a:rPr>
              <a:t>01</a:t>
            </a:r>
            <a:endParaRPr lang="es-AR" sz="4000" dirty="0"/>
          </a:p>
        </p:txBody>
      </p:sp>
      <p:sp>
        <p:nvSpPr>
          <p:cNvPr id="5" name="Sección 1"/>
          <p:cNvSpPr txBox="1"/>
          <p:nvPr/>
        </p:nvSpPr>
        <p:spPr>
          <a:xfrm>
            <a:off x="685800" y="26974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2000" b="1" dirty="0">
                <a:solidFill>
                  <a:schemeClr val="tx2"/>
                </a:solidFill>
              </a:rPr>
              <a:t>Introducción</a:t>
            </a:r>
            <a:endParaRPr lang="es-AR" sz="2000" dirty="0"/>
          </a:p>
        </p:txBody>
      </p:sp>
      <p:sp>
        <p:nvSpPr>
          <p:cNvPr id="6" name="Descripción 1"/>
          <p:cNvSpPr txBox="1"/>
          <p:nvPr/>
        </p:nvSpPr>
        <p:spPr>
          <a:xfrm>
            <a:off x="685800" y="3520440"/>
            <a:ext cx="15788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400" dirty="0">
                <a:solidFill>
                  <a:schemeClr val="accent6"/>
                </a:solidFill>
              </a:rPr>
              <a:t>Descripción corta</a:t>
            </a:r>
            <a:endParaRPr lang="es-AR" sz="1400" dirty="0"/>
          </a:p>
        </p:txBody>
      </p:sp>
      <p:sp>
        <p:nvSpPr>
          <p:cNvPr id="7" name="Tarjeta 2"/>
          <p:cNvSpPr/>
          <p:nvPr/>
        </p:nvSpPr>
        <p:spPr>
          <a:xfrm>
            <a:off x="2767523" y="1691640"/>
            <a:ext cx="2036003" cy="2514600"/>
          </a:xfrm>
          <a:prstGeom prst="roundRect">
            <a:avLst>
              <a:gd name="adj" fmla="val 359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Número 2"/>
          <p:cNvSpPr txBox="1"/>
          <p:nvPr/>
        </p:nvSpPr>
        <p:spPr>
          <a:xfrm>
            <a:off x="2996123" y="192024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4000" b="1" dirty="0">
                <a:solidFill>
                  <a:schemeClr val="accent4"/>
                </a:solidFill>
              </a:rPr>
              <a:t>02</a:t>
            </a:r>
            <a:endParaRPr lang="es-AR" sz="4000" dirty="0"/>
          </a:p>
        </p:txBody>
      </p:sp>
      <p:sp>
        <p:nvSpPr>
          <p:cNvPr id="9" name="Sección 2"/>
          <p:cNvSpPr txBox="1"/>
          <p:nvPr/>
        </p:nvSpPr>
        <p:spPr>
          <a:xfrm>
            <a:off x="2996123" y="26974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2000" b="1" dirty="0">
                <a:solidFill>
                  <a:schemeClr val="tx2"/>
                </a:solidFill>
              </a:rPr>
              <a:t>Objetivos</a:t>
            </a:r>
            <a:endParaRPr lang="es-AR" sz="2000" dirty="0"/>
          </a:p>
        </p:txBody>
      </p:sp>
      <p:sp>
        <p:nvSpPr>
          <p:cNvPr id="10" name="Descripción 2"/>
          <p:cNvSpPr txBox="1"/>
          <p:nvPr/>
        </p:nvSpPr>
        <p:spPr>
          <a:xfrm>
            <a:off x="2996123" y="3520440"/>
            <a:ext cx="15788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400" dirty="0">
                <a:solidFill>
                  <a:schemeClr val="accent6"/>
                </a:solidFill>
              </a:rPr>
              <a:t>Descripción corta</a:t>
            </a:r>
            <a:endParaRPr lang="es-AR" sz="1400" dirty="0"/>
          </a:p>
        </p:txBody>
      </p:sp>
      <p:sp>
        <p:nvSpPr>
          <p:cNvPr id="11" name="Tarjeta 3"/>
          <p:cNvSpPr/>
          <p:nvPr/>
        </p:nvSpPr>
        <p:spPr>
          <a:xfrm>
            <a:off x="5077846" y="1691640"/>
            <a:ext cx="2036003" cy="2514600"/>
          </a:xfrm>
          <a:prstGeom prst="roundRect">
            <a:avLst>
              <a:gd name="adj" fmla="val 359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Número 3"/>
          <p:cNvSpPr txBox="1"/>
          <p:nvPr/>
        </p:nvSpPr>
        <p:spPr>
          <a:xfrm>
            <a:off x="5306446" y="192024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4000" b="1" dirty="0">
                <a:solidFill>
                  <a:schemeClr val="accent4"/>
                </a:solidFill>
              </a:rPr>
              <a:t>03</a:t>
            </a:r>
            <a:endParaRPr lang="es-AR" sz="4000" dirty="0"/>
          </a:p>
        </p:txBody>
      </p:sp>
      <p:sp>
        <p:nvSpPr>
          <p:cNvPr id="13" name="Sección 3"/>
          <p:cNvSpPr txBox="1"/>
          <p:nvPr/>
        </p:nvSpPr>
        <p:spPr>
          <a:xfrm>
            <a:off x="5306446" y="26974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2000" b="1" dirty="0">
                <a:solidFill>
                  <a:schemeClr val="tx2"/>
                </a:solidFill>
              </a:rPr>
              <a:t>Metodología</a:t>
            </a:r>
            <a:endParaRPr lang="es-AR" sz="2000" dirty="0"/>
          </a:p>
        </p:txBody>
      </p:sp>
      <p:sp>
        <p:nvSpPr>
          <p:cNvPr id="14" name="Descripción 3"/>
          <p:cNvSpPr txBox="1"/>
          <p:nvPr/>
        </p:nvSpPr>
        <p:spPr>
          <a:xfrm>
            <a:off x="5306446" y="3520440"/>
            <a:ext cx="15788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400" dirty="0">
                <a:solidFill>
                  <a:schemeClr val="accent6"/>
                </a:solidFill>
              </a:rPr>
              <a:t>Descripción corta</a:t>
            </a:r>
            <a:endParaRPr lang="es-AR" sz="1400" dirty="0"/>
          </a:p>
        </p:txBody>
      </p:sp>
      <p:sp>
        <p:nvSpPr>
          <p:cNvPr id="15" name="Tarjeta 4"/>
          <p:cNvSpPr/>
          <p:nvPr/>
        </p:nvSpPr>
        <p:spPr>
          <a:xfrm>
            <a:off x="7388169" y="1691640"/>
            <a:ext cx="2036003" cy="2514600"/>
          </a:xfrm>
          <a:prstGeom prst="roundRect">
            <a:avLst>
              <a:gd name="adj" fmla="val 359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Número 4"/>
          <p:cNvSpPr txBox="1"/>
          <p:nvPr/>
        </p:nvSpPr>
        <p:spPr>
          <a:xfrm>
            <a:off x="7616769" y="192024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4000" b="1" dirty="0">
                <a:solidFill>
                  <a:schemeClr val="accent4"/>
                </a:solidFill>
              </a:rPr>
              <a:t>04</a:t>
            </a:r>
            <a:endParaRPr lang="es-AR" sz="4000" dirty="0"/>
          </a:p>
        </p:txBody>
      </p:sp>
      <p:sp>
        <p:nvSpPr>
          <p:cNvPr id="17" name="Sección 4"/>
          <p:cNvSpPr txBox="1"/>
          <p:nvPr/>
        </p:nvSpPr>
        <p:spPr>
          <a:xfrm>
            <a:off x="7616769" y="26974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2000" b="1" dirty="0">
                <a:solidFill>
                  <a:schemeClr val="tx2"/>
                </a:solidFill>
              </a:rPr>
              <a:t>Resultados y discusión</a:t>
            </a:r>
            <a:endParaRPr lang="es-AR" sz="2000" dirty="0"/>
          </a:p>
        </p:txBody>
      </p:sp>
      <p:sp>
        <p:nvSpPr>
          <p:cNvPr id="18" name="Descripción 4"/>
          <p:cNvSpPr txBox="1"/>
          <p:nvPr/>
        </p:nvSpPr>
        <p:spPr>
          <a:xfrm>
            <a:off x="7616769" y="3520440"/>
            <a:ext cx="15788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400" dirty="0">
                <a:solidFill>
                  <a:schemeClr val="accent6"/>
                </a:solidFill>
              </a:rPr>
              <a:t>Descripción corta</a:t>
            </a:r>
            <a:endParaRPr lang="es-AR" sz="1400" dirty="0"/>
          </a:p>
        </p:txBody>
      </p:sp>
      <p:sp>
        <p:nvSpPr>
          <p:cNvPr id="19" name="Tarjeta 5"/>
          <p:cNvSpPr/>
          <p:nvPr/>
        </p:nvSpPr>
        <p:spPr>
          <a:xfrm>
            <a:off x="9698492" y="1691640"/>
            <a:ext cx="2036003" cy="2514600"/>
          </a:xfrm>
          <a:prstGeom prst="roundRect">
            <a:avLst>
              <a:gd name="adj" fmla="val 359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Número 5"/>
          <p:cNvSpPr txBox="1"/>
          <p:nvPr/>
        </p:nvSpPr>
        <p:spPr>
          <a:xfrm>
            <a:off x="9927092" y="192024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4000" b="1" dirty="0">
                <a:solidFill>
                  <a:schemeClr val="accent4"/>
                </a:solidFill>
              </a:rPr>
              <a:t>05</a:t>
            </a:r>
            <a:endParaRPr lang="es-AR" sz="4000" dirty="0"/>
          </a:p>
        </p:txBody>
      </p:sp>
      <p:sp>
        <p:nvSpPr>
          <p:cNvPr id="21" name="Sección 5"/>
          <p:cNvSpPr txBox="1"/>
          <p:nvPr/>
        </p:nvSpPr>
        <p:spPr>
          <a:xfrm>
            <a:off x="9927092" y="26974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2000" b="1" dirty="0">
                <a:solidFill>
                  <a:schemeClr val="tx2"/>
                </a:solidFill>
              </a:rPr>
              <a:t>Conclusiones</a:t>
            </a:r>
            <a:endParaRPr lang="es-AR" sz="2000" dirty="0"/>
          </a:p>
        </p:txBody>
      </p:sp>
      <p:sp>
        <p:nvSpPr>
          <p:cNvPr id="22" name="Descripción 5"/>
          <p:cNvSpPr txBox="1"/>
          <p:nvPr/>
        </p:nvSpPr>
        <p:spPr>
          <a:xfrm>
            <a:off x="9927092" y="3520440"/>
            <a:ext cx="15788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400" dirty="0">
                <a:solidFill>
                  <a:schemeClr val="accent6"/>
                </a:solidFill>
              </a:rPr>
              <a:t>Descripción corta</a:t>
            </a:r>
            <a:endParaRPr lang="es-AR" sz="1400" dirty="0"/>
          </a:p>
        </p:txBody>
      </p:sp>
      <p:sp>
        <p:nvSpPr>
          <p:cNvPr id="23" name="Círculo ícono"/>
          <p:cNvSpPr/>
          <p:nvPr/>
        </p:nvSpPr>
        <p:spPr>
          <a:xfrm>
            <a:off x="457200" y="4572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54880"/>
            <a:ext cx="365760" cy="365760"/>
          </a:xfrm>
          <a:prstGeom prst="rect">
            <a:avLst/>
          </a:prstGeom>
        </p:spPr>
      </p:pic>
      <p:sp>
        <p:nvSpPr>
          <p:cNvPr id="25" name="Límite de diapositivas"/>
          <p:cNvSpPr txBox="1"/>
          <p:nvPr/>
        </p:nvSpPr>
        <p:spPr>
          <a:xfrm>
            <a:off x="1417320" y="4572000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200" b="1" dirty="0">
                <a:solidFill>
                  <a:schemeClr val="tx2"/>
                </a:solidFill>
              </a:rPr>
              <a:t>La cantidad de diapositivas no debe ser superior a 10.</a:t>
            </a:r>
            <a:endParaRPr lang="es-AR" sz="2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s-AR" b="0"/>
              <a:t>5</a:t>
            </a:fld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5" hasCustomPrompt="1"/>
          </p:nvPr>
        </p:nvSpPr>
        <p:spPr>
          <a:xfrm>
            <a:off x="457200" y="4572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3200" b="1" dirty="0">
                <a:solidFill>
                  <a:schemeClr val="tx2"/>
                </a:solidFill>
              </a:rPr>
              <a:t>Introducción</a:t>
            </a:r>
            <a:endParaRPr lang="es-AR" sz="3200" dirty="0"/>
          </a:p>
        </p:txBody>
      </p:sp>
      <p:sp>
        <p:nvSpPr>
          <p:cNvPr id="3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1600200"/>
            <a:ext cx="112772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s-A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s-AR" b="0"/>
              <a:t>6</a:t>
            </a:fld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5" hasCustomPrompt="1"/>
          </p:nvPr>
        </p:nvSpPr>
        <p:spPr>
          <a:xfrm>
            <a:off x="457200" y="4572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3200" b="1" dirty="0">
                <a:solidFill>
                  <a:schemeClr val="tx2"/>
                </a:solidFill>
              </a:rPr>
              <a:t>Objetivos</a:t>
            </a:r>
            <a:endParaRPr lang="es-AR" sz="3200" dirty="0"/>
          </a:p>
        </p:txBody>
      </p:sp>
      <p:sp>
        <p:nvSpPr>
          <p:cNvPr id="3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1600200"/>
            <a:ext cx="112772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s-A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s-AR" b="0"/>
              <a:t>7</a:t>
            </a:fld>
            <a:endParaRPr lang="es-A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5" hasCustomPrompt="1"/>
          </p:nvPr>
        </p:nvSpPr>
        <p:spPr>
          <a:xfrm>
            <a:off x="457200" y="4572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3200" b="1" dirty="0">
                <a:solidFill>
                  <a:schemeClr val="tx2"/>
                </a:solidFill>
              </a:rPr>
              <a:t>Metodología / Desarrollo</a:t>
            </a:r>
            <a:endParaRPr lang="es-AR" sz="3200" dirty="0"/>
          </a:p>
        </p:txBody>
      </p:sp>
      <p:sp>
        <p:nvSpPr>
          <p:cNvPr id="3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1600200"/>
            <a:ext cx="112772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s-A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s-AR" b="0"/>
              <a:t>8</a:t>
            </a:fld>
            <a:endParaRPr lang="es-A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5" hasCustomPrompt="1"/>
          </p:nvPr>
        </p:nvSpPr>
        <p:spPr>
          <a:xfrm>
            <a:off x="457200" y="4572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3200" b="1" dirty="0">
                <a:solidFill>
                  <a:schemeClr val="tx2"/>
                </a:solidFill>
              </a:rPr>
              <a:t>Resultados y discusión</a:t>
            </a:r>
            <a:endParaRPr lang="es-AR" sz="3200" dirty="0"/>
          </a:p>
        </p:txBody>
      </p:sp>
      <p:sp>
        <p:nvSpPr>
          <p:cNvPr id="3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1600200"/>
            <a:ext cx="112772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s-A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s-AR" b="0"/>
              <a:t>9</a:t>
            </a:fld>
            <a:endParaRPr lang="es-A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5" hasCustomPrompt="1"/>
          </p:nvPr>
        </p:nvSpPr>
        <p:spPr>
          <a:xfrm>
            <a:off x="457200" y="4572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3200" b="1" dirty="0">
                <a:solidFill>
                  <a:schemeClr val="tx2"/>
                </a:solidFill>
              </a:rPr>
              <a:t>Conclusiones</a:t>
            </a:r>
            <a:endParaRPr lang="es-AR" sz="3200" dirty="0"/>
          </a:p>
        </p:txBody>
      </p:sp>
      <p:sp>
        <p:nvSpPr>
          <p:cNvPr id="3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1600200"/>
            <a:ext cx="112772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s-A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s-AR" b="0"/>
              <a:t>10</a:t>
            </a:fld>
            <a:endParaRPr lang="es-A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6" hasCustomPrompt="1"/>
          </p:nvPr>
        </p:nvSpPr>
        <p:spPr>
          <a:xfrm>
            <a:off x="457200" y="530352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3200" b="1" dirty="0">
                <a:solidFill>
                  <a:schemeClr val="tx2"/>
                </a:solidFill>
              </a:rPr>
              <a:t>Sugerencias de formato</a:t>
            </a:r>
            <a:endParaRPr lang="es-AR" sz="3200" dirty="0"/>
          </a:p>
        </p:txBody>
      </p:sp>
      <p:sp>
        <p:nvSpPr>
          <p:cNvPr id="3" name="Tarjeta 1"/>
          <p:cNvSpPr/>
          <p:nvPr/>
        </p:nvSpPr>
        <p:spPr>
          <a:xfrm>
            <a:off x="457200" y="1737360"/>
            <a:ext cx="5455768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Círculo 1"/>
          <p:cNvSpPr/>
          <p:nvPr/>
        </p:nvSpPr>
        <p:spPr>
          <a:xfrm>
            <a:off x="777240" y="21945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404872"/>
            <a:ext cx="402336" cy="402336"/>
          </a:xfrm>
          <a:prstGeom prst="rect">
            <a:avLst/>
          </a:prstGeom>
        </p:spPr>
      </p:pic>
      <p:sp>
        <p:nvSpPr>
          <p:cNvPr id="6" name="Sugerencia 1"/>
          <p:cNvSpPr txBox="1"/>
          <p:nvPr/>
        </p:nvSpPr>
        <p:spPr>
          <a:xfrm>
            <a:off x="1874520" y="1874520"/>
            <a:ext cx="376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000" dirty="0">
                <a:solidFill>
                  <a:schemeClr val="tx1"/>
                </a:solidFill>
              </a:rPr>
              <a:t>No coloques mucho texto.</a:t>
            </a:r>
            <a:endParaRPr lang="es-AR" sz="2000" dirty="0"/>
          </a:p>
        </p:txBody>
      </p:sp>
      <p:sp>
        <p:nvSpPr>
          <p:cNvPr id="7" name="Tarjeta 2"/>
          <p:cNvSpPr/>
          <p:nvPr/>
        </p:nvSpPr>
        <p:spPr>
          <a:xfrm>
            <a:off x="6278728" y="1737360"/>
            <a:ext cx="5455768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Círculo 2"/>
          <p:cNvSpPr/>
          <p:nvPr/>
        </p:nvSpPr>
        <p:spPr>
          <a:xfrm>
            <a:off x="6598768" y="21945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080" y="2404872"/>
            <a:ext cx="402336" cy="402336"/>
          </a:xfrm>
          <a:prstGeom prst="rect">
            <a:avLst/>
          </a:prstGeom>
        </p:spPr>
      </p:pic>
      <p:sp>
        <p:nvSpPr>
          <p:cNvPr id="10" name="Sugerencia 2"/>
          <p:cNvSpPr txBox="1"/>
          <p:nvPr/>
        </p:nvSpPr>
        <p:spPr>
          <a:xfrm>
            <a:off x="7696048" y="1874520"/>
            <a:ext cx="376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000" dirty="0">
                <a:solidFill>
                  <a:schemeClr val="tx1"/>
                </a:solidFill>
              </a:rPr>
              <a:t>Solo párrafos o palabras clave.</a:t>
            </a:r>
            <a:endParaRPr lang="es-AR" sz="2000" dirty="0"/>
          </a:p>
        </p:txBody>
      </p:sp>
      <p:sp>
        <p:nvSpPr>
          <p:cNvPr id="11" name="Tarjeta 3"/>
          <p:cNvSpPr/>
          <p:nvPr/>
        </p:nvSpPr>
        <p:spPr>
          <a:xfrm>
            <a:off x="457200" y="3794760"/>
            <a:ext cx="5455768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Círculo 3"/>
          <p:cNvSpPr/>
          <p:nvPr/>
        </p:nvSpPr>
        <p:spPr>
          <a:xfrm>
            <a:off x="777240" y="4251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462272"/>
            <a:ext cx="402336" cy="402336"/>
          </a:xfrm>
          <a:prstGeom prst="rect">
            <a:avLst/>
          </a:prstGeom>
        </p:spPr>
      </p:pic>
      <p:sp>
        <p:nvSpPr>
          <p:cNvPr id="14" name="Sugerencia 3"/>
          <p:cNvSpPr txBox="1"/>
          <p:nvPr/>
        </p:nvSpPr>
        <p:spPr>
          <a:xfrm>
            <a:off x="1874520" y="3931920"/>
            <a:ext cx="376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000" dirty="0">
                <a:solidFill>
                  <a:schemeClr val="tx1"/>
                </a:solidFill>
              </a:rPr>
              <a:t>Recordá que la presentación es un apoyo de lo que vas a decir verbalmente.</a:t>
            </a:r>
            <a:endParaRPr lang="es-AR" sz="2000" dirty="0"/>
          </a:p>
        </p:txBody>
      </p:sp>
      <p:sp>
        <p:nvSpPr>
          <p:cNvPr id="15" name="Tarjeta 4"/>
          <p:cNvSpPr/>
          <p:nvPr/>
        </p:nvSpPr>
        <p:spPr>
          <a:xfrm>
            <a:off x="6278728" y="3794760"/>
            <a:ext cx="5455768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Círculo 4"/>
          <p:cNvSpPr/>
          <p:nvPr/>
        </p:nvSpPr>
        <p:spPr>
          <a:xfrm>
            <a:off x="6598768" y="4251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9080" y="4462272"/>
            <a:ext cx="402336" cy="402336"/>
          </a:xfrm>
          <a:prstGeom prst="rect">
            <a:avLst/>
          </a:prstGeom>
        </p:spPr>
      </p:pic>
      <p:sp>
        <p:nvSpPr>
          <p:cNvPr id="18" name="Sugerencia 4"/>
          <p:cNvSpPr txBox="1"/>
          <p:nvPr/>
        </p:nvSpPr>
        <p:spPr>
          <a:xfrm>
            <a:off x="7696048" y="3931920"/>
            <a:ext cx="376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000" dirty="0">
                <a:solidFill>
                  <a:schemeClr val="tx1"/>
                </a:solidFill>
              </a:rPr>
              <a:t>Números o imágenes clave pueden hacer un buen énfasis que aporte a tu discurso.</a:t>
            </a:r>
            <a:endParaRPr lang="es-A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s-AR" b="0"/>
              <a:t>11</a:t>
            </a:fld>
            <a:endParaRPr lang="es-A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6" hasCustomPrompt="1"/>
          </p:nvPr>
        </p:nvSpPr>
        <p:spPr>
          <a:xfrm>
            <a:off x="457200" y="530352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3200" b="1" dirty="0">
                <a:solidFill>
                  <a:schemeClr val="tx2"/>
                </a:solidFill>
              </a:rPr>
              <a:t>Evitar</a:t>
            </a:r>
            <a:endParaRPr lang="es-AR" sz="3200" dirty="0"/>
          </a:p>
        </p:txBody>
      </p:sp>
      <p:sp>
        <p:nvSpPr>
          <p:cNvPr id="3" name="Tarjeta 1"/>
          <p:cNvSpPr/>
          <p:nvPr/>
        </p:nvSpPr>
        <p:spPr>
          <a:xfrm>
            <a:off x="457200" y="1737360"/>
            <a:ext cx="3576218" cy="3840480"/>
          </a:xfrm>
          <a:prstGeom prst="roundRect">
            <a:avLst>
              <a:gd name="adj" fmla="val 204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Círculo 1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Qué evitar 1"/>
          <p:cNvSpPr txBox="1"/>
          <p:nvPr/>
        </p:nvSpPr>
        <p:spPr>
          <a:xfrm>
            <a:off x="1417320" y="1965960"/>
            <a:ext cx="2341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000" b="1" dirty="0">
                <a:solidFill>
                  <a:schemeClr val="tx2"/>
                </a:solidFill>
              </a:rPr>
              <a:t>Letra de tamaño menor a 14</a:t>
            </a:r>
            <a:endParaRPr lang="es-AR" sz="2000" dirty="0"/>
          </a:p>
        </p:txBody>
      </p:sp>
      <p:sp>
        <p:nvSpPr>
          <p:cNvPr id="6" name="Ejemplo 1"/>
          <p:cNvSpPr txBox="1"/>
          <p:nvPr/>
        </p:nvSpPr>
        <p:spPr>
          <a:xfrm>
            <a:off x="731520" y="2926080"/>
            <a:ext cx="3027578" cy="15544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s-AR" sz="800" dirty="0">
                <a:solidFill>
                  <a:schemeClr val="tx1"/>
                </a:solidFill>
              </a:rPr>
              <a:t>Es difícil de leer</a:t>
            </a:r>
            <a:endParaRPr lang="es-AR" sz="800" dirty="0"/>
          </a:p>
        </p:txBody>
      </p:sp>
      <p:sp>
        <p:nvSpPr>
          <p:cNvPr id="7" name="Leyenda 1"/>
          <p:cNvSpPr txBox="1"/>
          <p:nvPr/>
        </p:nvSpPr>
        <p:spPr>
          <a:xfrm>
            <a:off x="731520" y="466344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AR" sz="1400" dirty="0">
                <a:solidFill>
                  <a:schemeClr val="accent6"/>
                </a:solidFill>
              </a:rPr>
              <a:t>Ejemplo de lo que no hay que hacer</a:t>
            </a:r>
            <a:endParaRPr lang="es-AR" sz="1400" dirty="0"/>
          </a:p>
        </p:txBody>
      </p:sp>
      <p:sp>
        <p:nvSpPr>
          <p:cNvPr id="8" name="Tarjeta 2"/>
          <p:cNvSpPr/>
          <p:nvPr/>
        </p:nvSpPr>
        <p:spPr>
          <a:xfrm>
            <a:off x="4307738" y="1737360"/>
            <a:ext cx="3576218" cy="3840480"/>
          </a:xfrm>
          <a:prstGeom prst="roundRect">
            <a:avLst>
              <a:gd name="adj" fmla="val 204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Círculo 2"/>
          <p:cNvSpPr/>
          <p:nvPr/>
        </p:nvSpPr>
        <p:spPr>
          <a:xfrm>
            <a:off x="4582058" y="20116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Qué evitar 2"/>
          <p:cNvSpPr txBox="1"/>
          <p:nvPr/>
        </p:nvSpPr>
        <p:spPr>
          <a:xfrm>
            <a:off x="5267858" y="1965960"/>
            <a:ext cx="2341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000" b="1" dirty="0">
                <a:solidFill>
                  <a:schemeClr val="tx2"/>
                </a:solidFill>
              </a:rPr>
              <a:t>Fuentes difíciles de leer</a:t>
            </a:r>
            <a:endParaRPr lang="es-AR" sz="2000" dirty="0"/>
          </a:p>
        </p:txBody>
      </p:sp>
      <p:sp>
        <p:nvSpPr>
          <p:cNvPr id="11" name="Ejemplo 2"/>
          <p:cNvSpPr txBox="1"/>
          <p:nvPr/>
        </p:nvSpPr>
        <p:spPr>
          <a:xfrm>
            <a:off x="4582058" y="2926080"/>
            <a:ext cx="3027578" cy="15544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s-AR" sz="2400" dirty="0">
                <a:solidFill>
                  <a:schemeClr val="tx1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Es difícil de leer</a:t>
            </a:r>
            <a:endParaRPr lang="es-AR" sz="2400" dirty="0"/>
          </a:p>
        </p:txBody>
      </p:sp>
      <p:sp>
        <p:nvSpPr>
          <p:cNvPr id="12" name="Leyenda 2"/>
          <p:cNvSpPr txBox="1"/>
          <p:nvPr/>
        </p:nvSpPr>
        <p:spPr>
          <a:xfrm>
            <a:off x="4582058" y="466344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AR" sz="1400" dirty="0">
                <a:solidFill>
                  <a:schemeClr val="accent6"/>
                </a:solidFill>
              </a:rPr>
              <a:t>Ejemplo de lo que no hay que hacer</a:t>
            </a:r>
            <a:endParaRPr lang="es-AR" sz="1400" dirty="0"/>
          </a:p>
        </p:txBody>
      </p:sp>
      <p:sp>
        <p:nvSpPr>
          <p:cNvPr id="13" name="Tarjeta 3"/>
          <p:cNvSpPr/>
          <p:nvPr/>
        </p:nvSpPr>
        <p:spPr>
          <a:xfrm>
            <a:off x="8158277" y="1737360"/>
            <a:ext cx="3576218" cy="3840480"/>
          </a:xfrm>
          <a:prstGeom prst="roundRect">
            <a:avLst>
              <a:gd name="adj" fmla="val 204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Círculo 3"/>
          <p:cNvSpPr/>
          <p:nvPr/>
        </p:nvSpPr>
        <p:spPr>
          <a:xfrm>
            <a:off x="8432597" y="20116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Qué evitar 3"/>
          <p:cNvSpPr txBox="1"/>
          <p:nvPr/>
        </p:nvSpPr>
        <p:spPr>
          <a:xfrm>
            <a:off x="9118397" y="1965960"/>
            <a:ext cx="2341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000" b="1" dirty="0">
                <a:solidFill>
                  <a:schemeClr val="tx2"/>
                </a:solidFill>
              </a:rPr>
              <a:t>Contrastes incorrectos</a:t>
            </a:r>
            <a:endParaRPr lang="es-AR" sz="2000" dirty="0"/>
          </a:p>
        </p:txBody>
      </p:sp>
      <p:sp>
        <p:nvSpPr>
          <p:cNvPr id="16" name="Ejemplo 3"/>
          <p:cNvSpPr txBox="1"/>
          <p:nvPr/>
        </p:nvSpPr>
        <p:spPr>
          <a:xfrm>
            <a:off x="8432597" y="2926080"/>
            <a:ext cx="3027578" cy="15544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s-AR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Es difícil de leer</a:t>
            </a:r>
            <a:endParaRPr lang="es-AR" sz="24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Leyenda 3"/>
          <p:cNvSpPr txBox="1"/>
          <p:nvPr/>
        </p:nvSpPr>
        <p:spPr>
          <a:xfrm>
            <a:off x="8432597" y="466344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AR" sz="1400" dirty="0">
                <a:solidFill>
                  <a:schemeClr val="accent6"/>
                </a:solidFill>
              </a:rPr>
              <a:t>Ejemplo de lo que no hay que hacer</a:t>
            </a:r>
            <a:endParaRPr lang="es-AR" sz="14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48840"/>
            <a:ext cx="274320" cy="274320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218" y="2148840"/>
            <a:ext cx="274320" cy="274320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757" y="214884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s-AR" b="0"/>
              <a:t>12</a:t>
            </a:fld>
            <a:endParaRPr lang="es-A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6" hasCustomPrompt="1"/>
          </p:nvPr>
        </p:nvSpPr>
        <p:spPr>
          <a:xfrm>
            <a:off x="457200" y="530352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3200" b="1" dirty="0">
                <a:solidFill>
                  <a:schemeClr val="tx2"/>
                </a:solidFill>
              </a:rPr>
              <a:t>Recomendaciones</a:t>
            </a:r>
            <a:endParaRPr lang="es-AR" sz="3200" dirty="0"/>
          </a:p>
        </p:txBody>
      </p:sp>
      <p:sp>
        <p:nvSpPr>
          <p:cNvPr id="3" name="Tarjeta tiempo"/>
          <p:cNvSpPr/>
          <p:nvPr/>
        </p:nvSpPr>
        <p:spPr>
          <a:xfrm>
            <a:off x="457200" y="1737360"/>
            <a:ext cx="4206240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Minutos"/>
          <p:cNvSpPr txBox="1"/>
          <p:nvPr/>
        </p:nvSpPr>
        <p:spPr>
          <a:xfrm>
            <a:off x="822960" y="20116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0" b="1" dirty="0">
                <a:solidFill>
                  <a:schemeClr val="tx2"/>
                </a:solidFill>
              </a:rPr>
              <a:t>10</a:t>
            </a:r>
            <a:endParaRPr lang="es-AR" sz="11000" dirty="0"/>
          </a:p>
        </p:txBody>
      </p:sp>
      <p:sp>
        <p:nvSpPr>
          <p:cNvPr id="5" name="Unidad"/>
          <p:cNvSpPr txBox="1"/>
          <p:nvPr/>
        </p:nvSpPr>
        <p:spPr>
          <a:xfrm>
            <a:off x="82296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800" b="1" dirty="0">
                <a:solidFill>
                  <a:schemeClr val="accent4"/>
                </a:solidFill>
              </a:rPr>
              <a:t>minutos</a:t>
            </a:r>
            <a:endParaRPr lang="es-AR" sz="2800" dirty="0"/>
          </a:p>
        </p:txBody>
      </p:sp>
      <p:sp>
        <p:nvSpPr>
          <p:cNvPr id="6" name="Tiempo disponible"/>
          <p:cNvSpPr txBox="1"/>
          <p:nvPr/>
        </p:nvSpPr>
        <p:spPr>
          <a:xfrm>
            <a:off x="822960" y="41148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2000" dirty="0">
                <a:solidFill>
                  <a:schemeClr val="tx1"/>
                </a:solidFill>
              </a:rPr>
              <a:t>Recordá que solo tenés 10 minutos para presentar todo tu trabajo.</a:t>
            </a:r>
            <a:endParaRPr lang="es-AR" sz="2000" dirty="0"/>
          </a:p>
        </p:txBody>
      </p:sp>
      <p:sp>
        <p:nvSpPr>
          <p:cNvPr id="7" name="Tarjeta 1"/>
          <p:cNvSpPr/>
          <p:nvPr/>
        </p:nvSpPr>
        <p:spPr>
          <a:xfrm>
            <a:off x="5029200" y="1737360"/>
            <a:ext cx="6705295" cy="1760220"/>
          </a:xfrm>
          <a:prstGeom prst="roundRect">
            <a:avLst>
              <a:gd name="adj" fmla="val 41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Círculo 1"/>
          <p:cNvSpPr/>
          <p:nvPr/>
        </p:nvSpPr>
        <p:spPr>
          <a:xfrm>
            <a:off x="5349240" y="220599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2416302"/>
            <a:ext cx="402336" cy="402336"/>
          </a:xfrm>
          <a:prstGeom prst="rect">
            <a:avLst/>
          </a:prstGeom>
        </p:spPr>
      </p:pic>
      <p:sp>
        <p:nvSpPr>
          <p:cNvPr id="10" name="Recomendación 1"/>
          <p:cNvSpPr txBox="1"/>
          <p:nvPr/>
        </p:nvSpPr>
        <p:spPr>
          <a:xfrm>
            <a:off x="6446520" y="1874520"/>
            <a:ext cx="4967935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200" dirty="0">
                <a:solidFill>
                  <a:schemeClr val="tx1"/>
                </a:solidFill>
              </a:rPr>
              <a:t>Ensayar la presentación te ayudará a pulir tu discurso.</a:t>
            </a:r>
            <a:endParaRPr lang="es-AR" sz="2200" dirty="0"/>
          </a:p>
        </p:txBody>
      </p:sp>
      <p:sp>
        <p:nvSpPr>
          <p:cNvPr id="11" name="Tarjeta 2"/>
          <p:cNvSpPr/>
          <p:nvPr/>
        </p:nvSpPr>
        <p:spPr>
          <a:xfrm>
            <a:off x="5029200" y="3817620"/>
            <a:ext cx="6705295" cy="1760220"/>
          </a:xfrm>
          <a:prstGeom prst="roundRect">
            <a:avLst>
              <a:gd name="adj" fmla="val 41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Círculo 2"/>
          <p:cNvSpPr/>
          <p:nvPr/>
        </p:nvSpPr>
        <p:spPr>
          <a:xfrm>
            <a:off x="5349240" y="428625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2" y="4496562"/>
            <a:ext cx="402336" cy="402336"/>
          </a:xfrm>
          <a:prstGeom prst="rect">
            <a:avLst/>
          </a:prstGeom>
        </p:spPr>
      </p:pic>
      <p:sp>
        <p:nvSpPr>
          <p:cNvPr id="14" name="Recomendación 2"/>
          <p:cNvSpPr txBox="1"/>
          <p:nvPr/>
        </p:nvSpPr>
        <p:spPr>
          <a:xfrm>
            <a:off x="6446520" y="3954780"/>
            <a:ext cx="4967935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200" dirty="0">
                <a:solidFill>
                  <a:schemeClr val="tx1"/>
                </a:solidFill>
              </a:rPr>
              <a:t>Analizá que no existan errores de ortografía en la presentación.</a:t>
            </a:r>
            <a:endParaRPr lang="es-A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s-AR" b="0"/>
              <a:t>13</a:t>
            </a:fld>
            <a:endParaRPr lang="es-A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5" hasCustomPrompt="1"/>
          </p:nvPr>
        </p:nvSpPr>
        <p:spPr>
          <a:xfrm>
            <a:off x="457200" y="4572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3200" b="1" dirty="0">
                <a:solidFill>
                  <a:schemeClr val="tx2"/>
                </a:solidFill>
              </a:rPr>
              <a:t>Título de la diapositiva</a:t>
            </a:r>
            <a:endParaRPr lang="es-AR" sz="3200" dirty="0"/>
          </a:p>
        </p:txBody>
      </p:sp>
      <p:sp>
        <p:nvSpPr>
          <p:cNvPr id="3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1600200"/>
            <a:ext cx="112772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s-A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s-AR" b="0"/>
              <a:t>14</a:t>
            </a:fld>
            <a:endParaRPr lang="es-A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5" hasCustomPrompt="1"/>
          </p:nvPr>
        </p:nvSpPr>
        <p:spPr>
          <a:xfrm>
            <a:off x="457200" y="3200400"/>
            <a:ext cx="11277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4800" b="1" dirty="0">
                <a:solidFill>
                  <a:schemeClr val="tx2"/>
                </a:solidFill>
              </a:rPr>
              <a:t>Muchas gracias</a:t>
            </a:r>
            <a:endParaRPr lang="es-AR" sz="4800" dirty="0"/>
          </a:p>
        </p:txBody>
      </p:sp>
      <p:sp>
        <p:nvSpPr>
          <p:cNvPr id="3" name="Text 3"/>
          <p:cNvSpPr>
            <a:spLocks noGrp="1"/>
          </p:cNvSpPr>
          <p:nvPr>
            <p:ph type="body" idx="106" hasCustomPrompt="1"/>
          </p:nvPr>
        </p:nvSpPr>
        <p:spPr>
          <a:xfrm>
            <a:off x="457200" y="42976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AR" sz="1800" dirty="0">
                <a:solidFill>
                  <a:schemeClr val="accent6"/>
                </a:solidFill>
              </a:rPr>
              <a:t>Apellido, Nombre  |  correo@ejemplo.com</a:t>
            </a:r>
            <a:endParaRPr lang="es-AR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IT 2026">
  <a:themeElements>
    <a:clrScheme name="JIT 2026">
      <a:dk1>
        <a:srgbClr val="2A2438"/>
      </a:dk1>
      <a:lt1>
        <a:srgbClr val="FFFFFF"/>
      </a:lt1>
      <a:dk2>
        <a:srgbClr val="582899"/>
      </a:dk2>
      <a:lt2>
        <a:srgbClr val="F4F0FA"/>
      </a:lt2>
      <a:accent1>
        <a:srgbClr val="582899"/>
      </a:accent1>
      <a:accent2>
        <a:srgbClr val="03D1CC"/>
      </a:accent2>
      <a:accent3>
        <a:srgbClr val="FED41E"/>
      </a:accent3>
      <a:accent4>
        <a:srgbClr val="9767F7"/>
      </a:accent4>
      <a:accent5>
        <a:srgbClr val="F98D22"/>
      </a:accent5>
      <a:accent6>
        <a:srgbClr val="6E6780"/>
      </a:accent6>
      <a:hlink>
        <a:srgbClr val="582899"/>
      </a:hlink>
      <a:folHlink>
        <a:srgbClr val="9767F7"/>
      </a:folHlink>
    </a:clrScheme>
    <a:fontScheme name="JIT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414</Words>
  <Application>Microsoft Office PowerPoint</Application>
  <PresentationFormat>Widescreen</PresentationFormat>
  <Paragraphs>100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Brush Script MT</vt:lpstr>
      <vt:lpstr>Calibri</vt:lpstr>
      <vt:lpstr>JIT 2026</vt:lpstr>
      <vt:lpstr>Título del trabajo de ejemplo</vt:lpstr>
      <vt:lpstr>Título del trabajo de ejemplo</vt:lpstr>
      <vt:lpstr>Título del trabajo de ejemplo</vt:lpstr>
      <vt:lpstr>Título del trabajo de ejemplo</vt:lpstr>
      <vt:lpstr>Contenido sugerido</vt:lpstr>
      <vt:lpstr>Introducción</vt:lpstr>
      <vt:lpstr>Objetivos</vt:lpstr>
      <vt:lpstr>Metodología / Desarrollo</vt:lpstr>
      <vt:lpstr>Resultados y discusión</vt:lpstr>
      <vt:lpstr>Conclusiones</vt:lpstr>
      <vt:lpstr>Sugerencias de formato</vt:lpstr>
      <vt:lpstr>Evitar</vt:lpstr>
      <vt:lpstr>Recomendaciones</vt:lpstr>
      <vt:lpstr>Título de la diapositiva</vt:lpstr>
      <vt:lpstr>Muchas gracias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de presentaciones JIT 2026</dc:title>
  <dc:subject>PptxGenJS Presentation</dc:subject>
  <dc:creator>JIT 2026</dc:creator>
  <cp:lastModifiedBy>María Marcela Vegetti</cp:lastModifiedBy>
  <cp:revision>5</cp:revision>
  <dcterms:created xsi:type="dcterms:W3CDTF">2026-10-02T13:37:36Z</dcterms:created>
  <dcterms:modified xsi:type="dcterms:W3CDTF">2026-10-02T14:44:30Z</dcterms:modified>
</cp:coreProperties>
</file>